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96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7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47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89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5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0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3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6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7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7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79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92" y="188695"/>
            <a:ext cx="10510415" cy="64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7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8" y="667272"/>
            <a:ext cx="11760203" cy="552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29" y="1154995"/>
            <a:ext cx="7827942" cy="45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3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 USER</dc:creator>
  <cp:lastModifiedBy>LENOVO  USER</cp:lastModifiedBy>
  <cp:revision>2</cp:revision>
  <dcterms:created xsi:type="dcterms:W3CDTF">2026-10-01T16:42:51Z</dcterms:created>
  <dcterms:modified xsi:type="dcterms:W3CDTF">2026-10-01T18:40:45Z</dcterms:modified>
</cp:coreProperties>
</file>